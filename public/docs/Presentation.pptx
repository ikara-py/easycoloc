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8288000" cy="10287000"/>
  <p:notesSz cx="6858000" cy="9144000"/>
  <p:embeddedFontLst>
    <p:embeddedFont>
      <p:font typeface="Canva Sans Bold" panose="020B0803030501040103"/>
      <p:regular r:id="rId12"/>
    </p:embeddedFont>
    <p:embeddedFont>
      <p:font typeface="Canva Sans" panose="020B05030305010401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81662" y="2429510"/>
            <a:ext cx="6820732" cy="1813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45"/>
              </a:lnSpc>
              <a:spcBef>
                <a:spcPct val="0"/>
              </a:spcBef>
            </a:pPr>
            <a:r>
              <a:rPr lang="en-US" sz="10605" b="1">
                <a:solidFill>
                  <a:srgbClr val="FF8A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EasyColoc</a:t>
            </a:r>
            <a:endParaRPr lang="en-US" sz="10605" b="1">
              <a:solidFill>
                <a:srgbClr val="FF8A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740184" y="4595812"/>
            <a:ext cx="12807632" cy="85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arter Roommate Expense Management</a:t>
            </a:r>
            <a:endParaRPr lang="en-US" sz="5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362633" y="5964238"/>
            <a:ext cx="156273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Ali Kara</a:t>
            </a:r>
            <a:endParaRPr lang="en-US" sz="3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54900" y="681037"/>
            <a:ext cx="7178199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FF8A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</a:t>
            </a:r>
            <a:r>
              <a:rPr lang="en-US" sz="6000" b="1">
                <a:solidFill>
                  <a:srgbClr val="FF8A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oblem &amp; Solution</a:t>
            </a:r>
            <a:endParaRPr lang="en-US" sz="6000" b="1">
              <a:solidFill>
                <a:srgbClr val="FF8A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85750" y="3757612"/>
            <a:ext cx="7762246" cy="2794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</a:t>
            </a:r>
            <a:r>
              <a:rPr lang="en-US" sz="4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ulating shared household expenses manually is tedious, error-prone, and often leads to conflicts among roommates.</a:t>
            </a:r>
            <a:endParaRPr lang="en-US" sz="40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389027" y="3719512"/>
            <a:ext cx="7857496" cy="4203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EasyColoc is a web applic</a:t>
            </a:r>
            <a:r>
              <a:rPr lang="en-US" sz="4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ation that automatically tracks shared expenses, instantly calculates who owes whom, and enforces financial accountability.</a:t>
            </a:r>
            <a:endParaRPr lang="en-US" sz="40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27578" y="4038452"/>
            <a:ext cx="2766718" cy="2766718"/>
          </a:xfrm>
          <a:custGeom>
            <a:avLst/>
            <a:gdLst/>
            <a:ahLst/>
            <a:cxnLst/>
            <a:rect l="l" t="t" r="r" b="b"/>
            <a:pathLst>
              <a:path w="2766718" h="2766718">
                <a:moveTo>
                  <a:pt x="0" y="0"/>
                </a:moveTo>
                <a:lnTo>
                  <a:pt x="2766718" y="0"/>
                </a:lnTo>
                <a:lnTo>
                  <a:pt x="2766718" y="2766718"/>
                </a:lnTo>
                <a:lnTo>
                  <a:pt x="0" y="276671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98709" y="4419542"/>
            <a:ext cx="3277174" cy="2004538"/>
          </a:xfrm>
          <a:custGeom>
            <a:avLst/>
            <a:gdLst/>
            <a:ahLst/>
            <a:cxnLst/>
            <a:rect l="l" t="t" r="r" b="b"/>
            <a:pathLst>
              <a:path w="3277174" h="2004538">
                <a:moveTo>
                  <a:pt x="0" y="0"/>
                </a:moveTo>
                <a:lnTo>
                  <a:pt x="3277174" y="0"/>
                </a:lnTo>
                <a:lnTo>
                  <a:pt x="3277174" y="2004538"/>
                </a:lnTo>
                <a:lnTo>
                  <a:pt x="0" y="2004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476008" y="4167468"/>
            <a:ext cx="2571123" cy="2508687"/>
          </a:xfrm>
          <a:custGeom>
            <a:avLst/>
            <a:gdLst/>
            <a:ahLst/>
            <a:cxnLst/>
            <a:rect l="l" t="t" r="r" b="b"/>
            <a:pathLst>
              <a:path w="2571123" h="2508687">
                <a:moveTo>
                  <a:pt x="0" y="0"/>
                </a:moveTo>
                <a:lnTo>
                  <a:pt x="2571123" y="0"/>
                </a:lnTo>
                <a:lnTo>
                  <a:pt x="2571123" y="2508687"/>
                </a:lnTo>
                <a:lnTo>
                  <a:pt x="0" y="2508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3746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64243" y="4167468"/>
            <a:ext cx="2453198" cy="2508687"/>
          </a:xfrm>
          <a:custGeom>
            <a:avLst/>
            <a:gdLst/>
            <a:ahLst/>
            <a:cxnLst/>
            <a:rect l="l" t="t" r="r" b="b"/>
            <a:pathLst>
              <a:path w="2453198" h="2508687">
                <a:moveTo>
                  <a:pt x="0" y="0"/>
                </a:moveTo>
                <a:lnTo>
                  <a:pt x="2453198" y="0"/>
                </a:lnTo>
                <a:lnTo>
                  <a:pt x="2453198" y="2508687"/>
                </a:lnTo>
                <a:lnTo>
                  <a:pt x="0" y="25086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153196" y="1252537"/>
            <a:ext cx="3981609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FF8A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</a:t>
            </a:r>
            <a:r>
              <a:rPr lang="en-US" sz="6000" b="1">
                <a:solidFill>
                  <a:srgbClr val="FF8A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 Stack</a:t>
            </a:r>
            <a:endParaRPr lang="en-US" sz="6000" b="1">
              <a:solidFill>
                <a:srgbClr val="FF8A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074660" y="7539037"/>
            <a:ext cx="2138680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FF8A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Blade</a:t>
            </a:r>
            <a:endParaRPr lang="en-US" sz="6000" b="1">
              <a:solidFill>
                <a:srgbClr val="FF8A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357483" y="4586287"/>
            <a:ext cx="3381534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FF8A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Use-case</a:t>
            </a:r>
            <a:endParaRPr lang="en-US" sz="6000" b="1">
              <a:solidFill>
                <a:srgbClr val="FF8A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4" name="Picture 3" descr="useCa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1835" y="0"/>
            <a:ext cx="6602095" cy="10287000"/>
          </a:xfrm>
          <a:prstGeom prst="rect">
            <a:avLst/>
          </a:prstGeom>
        </p:spPr>
      </p:pic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14915" y="807485"/>
            <a:ext cx="11142936" cy="8672030"/>
          </a:xfrm>
          <a:custGeom>
            <a:avLst/>
            <a:gdLst/>
            <a:ahLst/>
            <a:cxnLst/>
            <a:rect l="l" t="t" r="r" b="b"/>
            <a:pathLst>
              <a:path w="11142936" h="8672030">
                <a:moveTo>
                  <a:pt x="0" y="0"/>
                </a:moveTo>
                <a:lnTo>
                  <a:pt x="11142936" y="0"/>
                </a:lnTo>
                <a:lnTo>
                  <a:pt x="11142936" y="8672030"/>
                </a:lnTo>
                <a:lnTo>
                  <a:pt x="0" y="867203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6628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0333" y="4300537"/>
            <a:ext cx="5337334" cy="2066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8A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class-diagram </a:t>
            </a:r>
            <a:endParaRPr lang="en-US" sz="6000" b="1">
              <a:solidFill>
                <a:srgbClr val="FF8A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FF8A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(UML)</a:t>
            </a:r>
            <a:endParaRPr lang="en-US" sz="6000" b="1">
              <a:solidFill>
                <a:srgbClr val="FF8A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2649" y="4586287"/>
            <a:ext cx="8922702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FF8A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web-site dem</a:t>
            </a:r>
            <a:r>
              <a:rPr lang="en-US" sz="6000" b="1">
                <a:solidFill>
                  <a:srgbClr val="FF8A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onstration</a:t>
            </a:r>
            <a:endParaRPr lang="en-US" sz="6000" b="1">
              <a:solidFill>
                <a:srgbClr val="FF8A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WPS Presentation</Application>
  <PresentationFormat>On-screen Show (4:3)</PresentationFormat>
  <Paragraphs>23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Canva Sans Bold</vt:lpstr>
      <vt:lpstr>Quicksand Light</vt:lpstr>
      <vt:lpstr>Canva Sans</vt:lpstr>
      <vt:lpstr>Microsoft YaHei</vt:lpstr>
      <vt:lpstr>Droid Sans Fallback</vt:lpstr>
      <vt:lpstr>Arial Unicode MS</vt:lpstr>
      <vt:lpstr>Calibri</vt:lpstr>
      <vt:lpstr>Trebuchet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/>
  <cp:lastModifiedBy>ikara</cp:lastModifiedBy>
  <cp:revision>2</cp:revision>
  <dcterms:created xsi:type="dcterms:W3CDTF">2026-03-03T22:28:33Z</dcterms:created>
  <dcterms:modified xsi:type="dcterms:W3CDTF">2026-03-03T22:28:33Z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