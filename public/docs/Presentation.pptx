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Canva Sans Bold" charset="1" panose="020B0803030501040103"/>
      <p:regular r:id="rId12"/>
    </p:embeddedFont>
    <p:embeddedFont>
      <p:font typeface="Canva Sans" charset="1" panose="020B0503030501040103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681662" y="2429510"/>
            <a:ext cx="6820732" cy="1813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844"/>
              </a:lnSpc>
              <a:spcBef>
                <a:spcPct val="0"/>
              </a:spcBef>
            </a:pPr>
            <a:r>
              <a:rPr lang="en-US" b="true" sz="10603">
                <a:solidFill>
                  <a:srgbClr val="FF8A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EasyColoc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740184" y="4595812"/>
            <a:ext cx="12807632" cy="8540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99"/>
              </a:lnSpc>
              <a:spcBef>
                <a:spcPct val="0"/>
              </a:spcBef>
            </a:pPr>
            <a:r>
              <a:rPr lang="en-US" sz="49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Sm</a:t>
            </a:r>
            <a:r>
              <a:rPr lang="en-US" sz="49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arter Roommate Expense Management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8362633" y="5964238"/>
            <a:ext cx="1562735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Ali Kara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554900" y="681037"/>
            <a:ext cx="7178199" cy="10096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b="true" sz="5999">
                <a:solidFill>
                  <a:srgbClr val="FF8A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</a:t>
            </a:r>
            <a:r>
              <a:rPr lang="en-US" b="true" sz="5999">
                <a:solidFill>
                  <a:srgbClr val="FF8A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oblem &amp; Solution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85750" y="3757612"/>
            <a:ext cx="7762246" cy="27940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Calc</a:t>
            </a:r>
            <a:r>
              <a:rPr lang="en-US" b="true" sz="399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ulating shared household expenses manually is tedious, error-prone, and often leads to conflicts among roommates.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389027" y="3719512"/>
            <a:ext cx="7857496" cy="42037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EasyColoc is a web applic</a:t>
            </a:r>
            <a:r>
              <a:rPr lang="en-US" b="true" sz="399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ation that automatically tracks shared expenses, instantly calculates who owes whom, and enforces financial accountability.</a:t>
            </a:r>
          </a:p>
        </p:txBody>
      </p:sp>
    </p:spTree>
  </p:cSld>
  <p:clrMapOvr>
    <a:masterClrMapping/>
  </p:clrMapOvr>
  <p:transition spd="fast">
    <p:push dir="l"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427578" y="4038452"/>
            <a:ext cx="2766718" cy="2766718"/>
          </a:xfrm>
          <a:custGeom>
            <a:avLst/>
            <a:gdLst/>
            <a:ahLst/>
            <a:cxnLst/>
            <a:rect r="r" b="b" t="t" l="l"/>
            <a:pathLst>
              <a:path h="2766718" w="2766718">
                <a:moveTo>
                  <a:pt x="0" y="0"/>
                </a:moveTo>
                <a:lnTo>
                  <a:pt x="2766718" y="0"/>
                </a:lnTo>
                <a:lnTo>
                  <a:pt x="2766718" y="2766718"/>
                </a:lnTo>
                <a:lnTo>
                  <a:pt x="0" y="276671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198709" y="4419542"/>
            <a:ext cx="3277174" cy="2004538"/>
          </a:xfrm>
          <a:custGeom>
            <a:avLst/>
            <a:gdLst/>
            <a:ahLst/>
            <a:cxnLst/>
            <a:rect r="r" b="b" t="t" l="l"/>
            <a:pathLst>
              <a:path h="2004538" w="3277174">
                <a:moveTo>
                  <a:pt x="0" y="0"/>
                </a:moveTo>
                <a:lnTo>
                  <a:pt x="3277174" y="0"/>
                </a:lnTo>
                <a:lnTo>
                  <a:pt x="3277174" y="2004538"/>
                </a:lnTo>
                <a:lnTo>
                  <a:pt x="0" y="20045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476008" y="4167468"/>
            <a:ext cx="2571123" cy="2508687"/>
          </a:xfrm>
          <a:custGeom>
            <a:avLst/>
            <a:gdLst/>
            <a:ahLst/>
            <a:cxnLst/>
            <a:rect r="r" b="b" t="t" l="l"/>
            <a:pathLst>
              <a:path h="2508687" w="2571123">
                <a:moveTo>
                  <a:pt x="0" y="0"/>
                </a:moveTo>
                <a:lnTo>
                  <a:pt x="2571123" y="0"/>
                </a:lnTo>
                <a:lnTo>
                  <a:pt x="2571123" y="2508687"/>
                </a:lnTo>
                <a:lnTo>
                  <a:pt x="0" y="25086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-137467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264243" y="4167468"/>
            <a:ext cx="2453198" cy="2508687"/>
          </a:xfrm>
          <a:custGeom>
            <a:avLst/>
            <a:gdLst/>
            <a:ahLst/>
            <a:cxnLst/>
            <a:rect r="r" b="b" t="t" l="l"/>
            <a:pathLst>
              <a:path h="2508687" w="2453198">
                <a:moveTo>
                  <a:pt x="0" y="0"/>
                </a:moveTo>
                <a:lnTo>
                  <a:pt x="2453198" y="0"/>
                </a:lnTo>
                <a:lnTo>
                  <a:pt x="2453198" y="2508687"/>
                </a:lnTo>
                <a:lnTo>
                  <a:pt x="0" y="25086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7153196" y="1252537"/>
            <a:ext cx="3981609" cy="10096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b="true" sz="5999">
                <a:solidFill>
                  <a:srgbClr val="FF8A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Tec</a:t>
            </a:r>
            <a:r>
              <a:rPr lang="en-US" b="true" sz="5999">
                <a:solidFill>
                  <a:srgbClr val="FF8A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 Stack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074660" y="7539037"/>
            <a:ext cx="2138680" cy="10096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b="true" sz="5999">
                <a:solidFill>
                  <a:srgbClr val="FF8A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Blade</a:t>
            </a:r>
          </a:p>
        </p:txBody>
      </p:sp>
    </p:spTree>
  </p:cSld>
  <p:clrMapOvr>
    <a:masterClrMapping/>
  </p:clrMapOvr>
  <p:transition spd="fast">
    <p:push dir="l"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465366" y="282567"/>
            <a:ext cx="7512351" cy="9721866"/>
          </a:xfrm>
          <a:custGeom>
            <a:avLst/>
            <a:gdLst/>
            <a:ahLst/>
            <a:cxnLst/>
            <a:rect r="r" b="b" t="t" l="l"/>
            <a:pathLst>
              <a:path h="9721866" w="7512351">
                <a:moveTo>
                  <a:pt x="0" y="0"/>
                </a:moveTo>
                <a:lnTo>
                  <a:pt x="7512351" y="0"/>
                </a:lnTo>
                <a:lnTo>
                  <a:pt x="7512351" y="9721866"/>
                </a:lnTo>
                <a:lnTo>
                  <a:pt x="0" y="97218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357483" y="4586287"/>
            <a:ext cx="3381534" cy="10096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b="true" sz="5999">
                <a:solidFill>
                  <a:srgbClr val="FF8A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Use-case</a:t>
            </a:r>
          </a:p>
        </p:txBody>
      </p:sp>
    </p:spTree>
  </p:cSld>
  <p:clrMapOvr>
    <a:masterClrMapping/>
  </p:clrMapOvr>
  <p:transition spd="fast">
    <p:push dir="l"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514915" y="807485"/>
            <a:ext cx="11142936" cy="8672030"/>
          </a:xfrm>
          <a:custGeom>
            <a:avLst/>
            <a:gdLst/>
            <a:ahLst/>
            <a:cxnLst/>
            <a:rect r="r" b="b" t="t" l="l"/>
            <a:pathLst>
              <a:path h="8672030" w="11142936">
                <a:moveTo>
                  <a:pt x="0" y="0"/>
                </a:moveTo>
                <a:lnTo>
                  <a:pt x="11142936" y="0"/>
                </a:lnTo>
                <a:lnTo>
                  <a:pt x="11142936" y="8672030"/>
                </a:lnTo>
                <a:lnTo>
                  <a:pt x="0" y="86720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66284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60333" y="4300537"/>
            <a:ext cx="5337334" cy="20669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99"/>
              </a:lnSpc>
            </a:pPr>
            <a:r>
              <a:rPr lang="en-US" b="true" sz="5999">
                <a:solidFill>
                  <a:srgbClr val="FF8A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class-diagram </a:t>
            </a:r>
          </a:p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b="true" sz="5999">
                <a:solidFill>
                  <a:srgbClr val="FF8A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(UML)</a:t>
            </a:r>
          </a:p>
        </p:txBody>
      </p:sp>
    </p:spTree>
  </p:cSld>
  <p:clrMapOvr>
    <a:masterClrMapping/>
  </p:clrMapOvr>
  <p:transition spd="fast">
    <p:push dir="l"/>
  </p:transition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682649" y="4586287"/>
            <a:ext cx="8922702" cy="10096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b="true" sz="5999">
                <a:solidFill>
                  <a:srgbClr val="FF8A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web-site dem</a:t>
            </a:r>
            <a:r>
              <a:rPr lang="en-US" b="true" sz="5999">
                <a:solidFill>
                  <a:srgbClr val="FF8A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onstration</a:t>
            </a:r>
          </a:p>
        </p:txBody>
      </p:sp>
    </p:spTree>
  </p:cSld>
  <p:clrMapOvr>
    <a:masterClrMapping/>
  </p:clrMapOvr>
  <p:transition spd="fast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DAHCgVmFh7c</dc:identifier>
  <dcterms:modified xsi:type="dcterms:W3CDTF">2011-08-01T06:04:30Z</dcterms:modified>
  <cp:revision>1</cp:revision>
  <dc:title>Presentation</dc:title>
</cp:coreProperties>
</file>